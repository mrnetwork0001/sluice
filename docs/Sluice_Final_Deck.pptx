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5544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3000" b="1">
                <a:solidFill>
                  <a:srgbClr val="22D3EE"/>
                </a:solidFill>
                <a:latin typeface="Courier New"/>
              </a:rPr>
              <a:t>SLUICE</a:t>
            </a:r>
          </a:p>
          <a:p>
            <a:pPr>
              <a:spcAft>
                <a:spcPts val="0"/>
              </a:spcAft>
            </a:pPr>
            <a:r>
              <a:rPr sz="6000" b="1">
                <a:solidFill>
                  <a:srgbClr val="FAFAFA"/>
                </a:solidFill>
                <a:latin typeface="Arial"/>
              </a:rPr>
              <a:t>Payroll that flows,</a:t>
            </a:r>
          </a:p>
          <a:p>
            <a:pPr>
              <a:spcAft>
                <a:spcPts val="2000"/>
              </a:spcAft>
            </a:pPr>
            <a:r>
              <a:rPr sz="6000" b="1">
                <a:solidFill>
                  <a:srgbClr val="FAFAFA"/>
                </a:solidFill>
                <a:latin typeface="Arial"/>
              </a:rPr>
              <a:t>block by block.</a:t>
            </a:r>
          </a:p>
          <a:p>
            <a:pPr>
              <a:spcAft>
                <a:spcPts val="1600"/>
              </a:spcAft>
            </a:pPr>
            <a:r>
              <a:rPr sz="2000" b="0">
                <a:solidFill>
                  <a:srgbClr val="C8CDD4"/>
                </a:solidFill>
                <a:latin typeface="Arial"/>
              </a:rPr>
              <a:t>Streaming USDC salaries on Arc - taxes split themselves, income becomes a liquid asset, and idle escrow earns yield across chains.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34D399"/>
                </a:solidFill>
                <a:latin typeface="Arial"/>
              </a:rPr>
              <a:t>LIVE at sluiceapp.xyz</a:t>
            </a:r>
            <a:r>
              <a:rPr sz="1600" b="0">
                <a:solidFill>
                  <a:srgbClr val="8A929E"/>
                </a:solidFill>
                <a:latin typeface="Arial"/>
              </a:rPr>
              <a:t>   -   everything in this deck runs on testnet right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DeFi Track  ·  github.com/mrnetwork0001/Sluice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Payroll is a batch job from the 1970s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Paid every 30 days </a:t>
            </a:r>
            <a:r>
              <a:rPr sz="1900" b="0">
                <a:solidFill>
                  <a:srgbClr val="C8CDD4"/>
                </a:solidFill>
                <a:latin typeface="Arial"/>
              </a:rPr>
              <a:t>- workers deliver value every second, then wait a month for it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Unsecured creditors </a:t>
            </a:r>
            <a:r>
              <a:rPr sz="1900" b="0">
                <a:solidFill>
                  <a:srgbClr val="C8CDD4"/>
                </a:solidFill>
                <a:latin typeface="Arial"/>
              </a:rPr>
              <a:t>- between pay runs, employees are lending their employer money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Manual withholding </a:t>
            </a:r>
            <a:r>
              <a:rPr sz="1900" b="0">
                <a:solidFill>
                  <a:srgbClr val="C8CDD4"/>
                </a:solidFill>
                <a:latin typeface="Arial"/>
              </a:rPr>
              <a:t>- tax is back-office work, reconciled after the fact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Dead capital </a:t>
            </a:r>
            <a:r>
              <a:rPr sz="1900" b="0">
                <a:solidFill>
                  <a:srgbClr val="C8CDD4"/>
                </a:solidFill>
                <a:latin typeface="Arial"/>
              </a:rPr>
              <a:t>- payroll escrow is one of the largest idle pools in any company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Trapped value </a:t>
            </a:r>
            <a:r>
              <a:rPr sz="1900" b="0">
                <a:solidFill>
                  <a:srgbClr val="C8CDD4"/>
                </a:solidFill>
                <a:latin typeface="Arial"/>
              </a:rPr>
              <a:t>- future income is real, but workers cannot access, sell, or insure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Salary as programmable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Escrow once, stream forever </a:t>
            </a:r>
            <a:r>
              <a:rPr sz="1900" b="0">
                <a:solidFill>
                  <a:srgbClr val="C8CDD4"/>
                </a:solidFill>
                <a:latin typeface="Arial"/>
              </a:rPr>
              <a:t>- salary vests every second on Arc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Tax splits itself </a:t>
            </a:r>
            <a:r>
              <a:rPr sz="1900" b="0">
                <a:solidFill>
                  <a:srgbClr val="C8CDD4"/>
                </a:solidFill>
                <a:latin typeface="Arial"/>
              </a:rPr>
              <a:t>- configured bps route to a tax vault on every withdrawal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Income is an asset </a:t>
            </a:r>
            <a:r>
              <a:rPr sz="1900" b="0">
                <a:solidFill>
                  <a:srgbClr val="C8CDD4"/>
                </a:solidFill>
                <a:latin typeface="Arial"/>
              </a:rPr>
              <a:t>- each stream is an ERC-3525 token: split, sell, borrow, insure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No wallet needed </a:t>
            </a:r>
            <a:r>
              <a:rPr sz="1900" b="0">
                <a:solidFill>
                  <a:srgbClr val="C8CDD4"/>
                </a:solidFill>
                <a:latin typeface="Arial"/>
              </a:rPr>
              <a:t>- employees onboard with an email + PIN (Circle MPC wallets)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Escrow works </a:t>
            </a:r>
            <a:r>
              <a:rPr sz="1900" b="0">
                <a:solidFill>
                  <a:srgbClr val="C8CDD4"/>
                </a:solidFill>
                <a:latin typeface="Arial"/>
              </a:rPr>
              <a:t>- idle payroll routes to cross-chain yield, recalled on demand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Native rails </a:t>
            </a:r>
            <a:r>
              <a:rPr sz="1900" b="0">
                <a:solidFill>
                  <a:srgbClr val="C8CDD4"/>
                </a:solidFill>
                <a:latin typeface="Arial"/>
              </a:rPr>
              <a:t>- Arc L1: USDC gas, sub-second finality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Three moves, one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22D3EE"/>
                </a:solidFill>
                <a:latin typeface="Courier New"/>
              </a:rPr>
              <a:t>01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AFAFA"/>
                </a:solidFill>
                <a:latin typeface="Arial"/>
              </a:rPr>
              <a:t>Escrow once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CDD4"/>
                </a:solidFill>
                <a:latin typeface="Arial"/>
              </a:rPr>
              <a:t>Employer funds a stream: amount, duration, tax bps, tax vault - from Arc or any CCTP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21945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22D3EE"/>
                </a:solidFill>
                <a:latin typeface="Courier New"/>
              </a:rPr>
              <a:t>02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AFAFA"/>
                </a:solidFill>
                <a:latin typeface="Arial"/>
              </a:rPr>
              <a:t>Vest per second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CDD4"/>
                </a:solidFill>
                <a:latin typeface="Arial"/>
              </a:rPr>
              <a:t>Employee holds an ERC-3525 SFT whose value = USDC left to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219456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800" b="1">
                <a:solidFill>
                  <a:srgbClr val="22D3EE"/>
                </a:solidFill>
                <a:latin typeface="Courier New"/>
              </a:rPr>
              <a:t>03</a:t>
            </a:r>
          </a:p>
          <a:p>
            <a:pPr>
              <a:spcAft>
                <a:spcPts val="1000"/>
              </a:spcAft>
            </a:pPr>
            <a:r>
              <a:rPr sz="2200" b="1">
                <a:solidFill>
                  <a:srgbClr val="FAFAFA"/>
                </a:solidFill>
                <a:latin typeface="Arial"/>
              </a:rPr>
              <a:t>Withdraw - or automate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C8CDD4"/>
                </a:solidFill>
                <a:latin typeface="Arial"/>
              </a:rPr>
              <a:t>Tax routes itself; Swap Kit rules convert each paycheck; exit to any chain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ERC-3525 STREAMS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Every salary is a semi-fungible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Value = money </a:t>
            </a:r>
            <a:r>
              <a:rPr sz="1900" b="0">
                <a:solidFill>
                  <a:srgbClr val="C8CDD4"/>
                </a:solidFill>
                <a:latin typeface="Arial"/>
              </a:rPr>
              <a:t>- token value equals the remaining streamable USDC; the stream IS the asset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Split </a:t>
            </a:r>
            <a:r>
              <a:rPr sz="1900" b="0">
                <a:solidFill>
                  <a:srgbClr val="C8CDD4"/>
                </a:solidFill>
                <a:latin typeface="Arial"/>
              </a:rPr>
              <a:t>- carve part of your salary to another address; the schedule carries pro-rata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Sell a slice </a:t>
            </a:r>
            <a:r>
              <a:rPr sz="1900" b="0">
                <a:solidFill>
                  <a:srgbClr val="C8CDD4"/>
                </a:solidFill>
                <a:latin typeface="Arial"/>
              </a:rPr>
              <a:t>- “sell 30% of my future income”: split + list on the marketplace in one flow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Merge &amp; transfer </a:t>
            </a:r>
            <a:r>
              <a:rPr sz="1900" b="0">
                <a:solidFill>
                  <a:srgbClr val="C8CDD4"/>
                </a:solidFill>
                <a:latin typeface="Arial"/>
              </a:rPr>
              <a:t>- same-schedule streams combine; whole streams change hands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Composable </a:t>
            </a:r>
            <a:r>
              <a:rPr sz="1900" b="0">
                <a:solidFill>
                  <a:srgbClr val="C8CDD4"/>
                </a:solidFill>
                <a:latin typeface="Arial"/>
              </a:rPr>
              <a:t>- standard rails; works with anything that speaks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2D3EE"/>
                </a:solidFill>
                <a:latin typeface="Courier New"/>
              </a:rPr>
              <a:t>transferFrom(streamId, to, value)  →  new stream SFT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INSTANT 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Need cash before payday?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P2P marketplace </a:t>
            </a:r>
            <a:r>
              <a:rPr sz="1900" b="0">
                <a:solidFill>
                  <a:srgbClr val="C8CDD4"/>
                </a:solidFill>
                <a:latin typeface="Arial"/>
              </a:rPr>
              <a:t>- list future income at a discount; an LP pays today and collects the full stream. SFT + payment settle atomically - buyable from any chain via CCTP hook.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Salary advances </a:t>
            </a:r>
            <a:r>
              <a:rPr sz="1900" b="0">
                <a:solidFill>
                  <a:srgbClr val="C8CDD4"/>
                </a:solidFill>
                <a:latin typeface="Arial"/>
              </a:rPr>
              <a:t>- borrow up to 50% of unwithdrawn value. Zero interest, zero liquidations - the advance repays itself as salary vests.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Buyer protection </a:t>
            </a:r>
            <a:r>
              <a:rPr sz="1900" b="0">
                <a:solidFill>
                  <a:srgbClr val="C8CDD4"/>
                </a:solidFill>
                <a:latin typeface="Arial"/>
              </a:rPr>
              <a:t>- the app refuses stale asks: a listing priced above live remaining value cannot be bought.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SELF-INSURED SALARIES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A credit-default pool for payroll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0.5% once </a:t>
            </a:r>
            <a:r>
              <a:rPr sz="1900" b="0">
                <a:solidFill>
                  <a:srgbClr val="C8CDD4"/>
                </a:solidFill>
                <a:latin typeface="Arial"/>
              </a:rPr>
              <a:t>- employee pays a one-time premium; the stream is insured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Default covered </a:t>
            </a:r>
            <a:r>
              <a:rPr sz="1900" b="0">
                <a:solidFill>
                  <a:srgbClr val="C8CDD4"/>
                </a:solidFill>
                <a:latin typeface="Arial"/>
              </a:rPr>
              <a:t>- employer cancels early? The unvested remainder is claimable from the pool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Staker-underwritten </a:t>
            </a:r>
            <a:r>
              <a:rPr sz="1900" b="0">
                <a:solidFill>
                  <a:srgbClr val="C8CDD4"/>
                </a:solidFill>
                <a:latin typeface="Arial"/>
              </a:rPr>
              <a:t>- USDC stakers back the pool and earn every premium (share-based)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Live on testnet </a:t>
            </a:r>
            <a:r>
              <a:rPr sz="1900" b="0">
                <a:solidFill>
                  <a:srgbClr val="C8CDD4"/>
                </a:solidFill>
                <a:latin typeface="Arial"/>
              </a:rPr>
              <a:t>- premiums accruing to stakers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CHAIN-ABSTRACTED PAYROLL · CIRCLE CCTP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Arc settles. Every other chain is a ramp.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Fund from 5 chains </a:t>
            </a:r>
            <a:r>
              <a:rPr sz="1900" b="0">
                <a:solidFill>
                  <a:srgbClr val="C8CDD4"/>
                </a:solidFill>
                <a:latin typeface="Arial"/>
              </a:rPr>
              <a:t>- Base, Ethereum, Arbitrum, OP, Avalanche: one signature, one CCTP burn with a hook, stream opens on Arc in ~20s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Withdraw to all of them - or Solana </a:t>
            </a:r>
            <a:r>
              <a:rPr sz="1900" b="0">
                <a:solidFill>
                  <a:srgbClr val="C8CDD4"/>
                </a:solidFill>
                <a:latin typeface="Arial"/>
              </a:rPr>
              <a:t>- salaries exit to 5 EVM testnets or Solana Devnet, crossing the EVM/SVM boundary. All six proven live.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Buy streams cross-chain </a:t>
            </a:r>
            <a:r>
              <a:rPr sz="1900" b="0">
                <a:solidFill>
                  <a:srgbClr val="C8CDD4"/>
                </a:solidFill>
                <a:latin typeface="Arial"/>
              </a:rPr>
              <a:t>- burn + hook settles the marketplace purchase atomically; refunds are automatic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Zero bridges in the UX </a:t>
            </a:r>
            <a:r>
              <a:rPr sz="1900" b="0">
                <a:solidFill>
                  <a:srgbClr val="C8CDD4"/>
                </a:solidFill>
                <a:latin typeface="Arial"/>
              </a:rPr>
              <a:t>- the word “bridge” appears nowhere in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CIRCLE USER-CONTROLLED WALLETS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Get paid without a crypto wallet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Email in </a:t>
            </a:r>
            <a:r>
              <a:rPr sz="1900" b="0">
                <a:solidFill>
                  <a:srgbClr val="C8CDD4"/>
                </a:solidFill>
                <a:latin typeface="Arial"/>
              </a:rPr>
              <a:t>- sign in with an email, enter the OTP, set a PIN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Wallet out </a:t>
            </a:r>
            <a:r>
              <a:rPr sz="1900" b="0">
                <a:solidFill>
                  <a:srgbClr val="C8CDD4"/>
                </a:solidFill>
                <a:latin typeface="Arial"/>
              </a:rPr>
              <a:t>- Circle MPC provisions an address on Arc; keyshares split between Circle and the PIN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Salary pays its own gas </a:t>
            </a:r>
            <a:r>
              <a:rPr sz="1900" b="0">
                <a:solidFill>
                  <a:srgbClr val="C8CDD4"/>
                </a:solidFill>
                <a:latin typeface="Arial"/>
              </a:rPr>
              <a:t>- on Arc, gas IS USDC - no “get gas tokens first” step, ever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PIN-signed withdrawals </a:t>
            </a:r>
            <a:r>
              <a:rPr sz="1900" b="0">
                <a:solidFill>
                  <a:srgbClr val="C8CDD4"/>
                </a:solidFill>
                <a:latin typeface="Arial"/>
              </a:rPr>
              <a:t>- no seed phrase, no extension, works on any device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CROSS-CHAIN AUTO-YIELD TREASURY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Idle escrow earns -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Sweep </a:t>
            </a:r>
            <a:r>
              <a:rPr sz="1900" b="0">
                <a:solidFill>
                  <a:srgbClr val="C8CDD4"/>
                </a:solidFill>
                <a:latin typeface="Arial"/>
              </a:rPr>
              <a:t>- escrow above a 40% liquidity buffer moves to the treasury (permissionless)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Rebalance </a:t>
            </a:r>
            <a:r>
              <a:rPr sz="1900" b="0">
                <a:solidFill>
                  <a:srgbClr val="C8CDD4"/>
                </a:solidFill>
                <a:latin typeface="Arial"/>
              </a:rPr>
              <a:t>- the Morpho vault Circle Earn lists on Arc + a Base Sepolia vault, via hooked CCTP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Auto-recall </a:t>
            </a:r>
            <a:r>
              <a:rPr sz="1900" b="0">
                <a:solidFill>
                  <a:srgbClr val="C8CDD4"/>
                </a:solidFill>
                <a:latin typeface="Arial"/>
              </a:rPr>
              <a:t>- a withdrawal outruns the buffer? Liquidity returns mid-transaction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Yield comes home </a:t>
            </a:r>
            <a:r>
              <a:rPr sz="1900" b="0">
                <a:solidFill>
                  <a:srgbClr val="C8CDD4"/>
                </a:solidFill>
                <a:latin typeface="Arial"/>
              </a:rPr>
              <a:t>- remote positions exit with earnings through a hooked CCTP return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Free for payroll. Revenue is the float.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Zero fees </a:t>
            </a:r>
            <a:r>
              <a:rPr sz="1900" b="0">
                <a:solidFill>
                  <a:srgbClr val="C8CDD4"/>
                </a:solidFill>
                <a:latin typeface="Arial"/>
              </a:rPr>
              <a:t>- streams, withdrawals, advances, insurance: nothing charged at the point of use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Float yield </a:t>
            </a:r>
            <a:r>
              <a:rPr sz="1900" b="0">
                <a:solidFill>
                  <a:srgbClr val="C8CDD4"/>
                </a:solidFill>
                <a:latin typeface="Arial"/>
              </a:rPr>
              <a:t>- idle escrow auto-routed to yield venues; NAV above principal is protocol revenue, claimable onchain via claimYield()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0.5% marketplace take </a:t>
            </a:r>
            <a:r>
              <a:rPr sz="1900" b="0">
                <a:solidFill>
                  <a:srgbClr val="C8CDD4"/>
                </a:solidFill>
                <a:latin typeface="Arial"/>
              </a:rPr>
              <a:t>- charged at the seller's windfall moment, never on the paycheck (totalMarketFees, a public read)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The proven model </a:t>
            </a:r>
            <a:r>
              <a:rPr sz="1900" b="0">
                <a:solidFill>
                  <a:srgbClr val="C8CDD4"/>
                </a:solidFill>
                <a:latin typeface="Arial"/>
              </a:rPr>
              <a:t>- payroll processors have earned the float for decades; ours is auditable by anyone, ticking live on the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BUILT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Native to Arc + the Circle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Arc L1 </a:t>
            </a:r>
            <a:r>
              <a:rPr sz="1900" b="0">
                <a:solidFill>
                  <a:srgbClr val="C8CDD4"/>
                </a:solidFill>
                <a:latin typeface="Arial"/>
              </a:rPr>
              <a:t>- USDC gas · sub-second finality · chain 5042002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CCTP v2 </a:t>
            </a:r>
            <a:r>
              <a:rPr sz="1900" b="0">
                <a:solidFill>
                  <a:srgbClr val="C8CDD4"/>
                </a:solidFill>
                <a:latin typeface="Arial"/>
              </a:rPr>
              <a:t>- canonical TokenMessengerV2 + hooks, Iris attestation, EVM + Solana - zero mocks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Circle Wallets </a:t>
            </a:r>
            <a:r>
              <a:rPr sz="1900" b="0">
                <a:solidFill>
                  <a:srgbClr val="C8CDD4"/>
                </a:solidFill>
                <a:latin typeface="Arial"/>
              </a:rPr>
              <a:t>- email OTP login, PIN-signed MPC withdrawals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Swap Kit </a:t>
            </a:r>
            <a:r>
              <a:rPr sz="1900" b="0">
                <a:solidFill>
                  <a:srgbClr val="C8CDD4"/>
                </a:solidFill>
                <a:latin typeface="Arial"/>
              </a:rPr>
              <a:t>- per-paycheck auto-conversion (e.g. 20% → EURC, real onchain swaps)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Gateway / Unified Balance Kit + Circle Earn </a:t>
            </a:r>
            <a:r>
              <a:rPr sz="1900" b="0">
                <a:solidFill>
                  <a:srgbClr val="C8CDD4"/>
                </a:solidFill>
                <a:latin typeface="Arial"/>
              </a:rPr>
              <a:t>- unified balances; Morpho USDC vault as a live yield venue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ERC-3525 </a:t>
            </a:r>
            <a:r>
              <a:rPr sz="1900" b="0">
                <a:solidFill>
                  <a:srgbClr val="C8CDD4"/>
                </a:solidFill>
                <a:latin typeface="Arial"/>
              </a:rPr>
              <a:t>- semi-fungible salary streams, vendored minimal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Not a mockup. Live.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sluiceapp.xyz </a:t>
            </a:r>
            <a:r>
              <a:rPr sz="1900" b="0">
                <a:solidFill>
                  <a:srgbClr val="C8CDD4"/>
                </a:solidFill>
                <a:latin typeface="Arial"/>
              </a:rPr>
              <a:t>- frontend on a custom domain, hosted CCTP relayer, live contract state on the landing page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6 contracts deployed + source-verified </a:t>
            </a:r>
            <a:r>
              <a:rPr sz="1900" b="0">
                <a:solidFill>
                  <a:srgbClr val="C8CDD4"/>
                </a:solidFill>
                <a:latin typeface="Arial"/>
              </a:rPr>
              <a:t>- Arc Testnet + Base Sepolia, every address one click from its code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50/50 Foundry tests </a:t>
            </a:r>
            <a:r>
              <a:rPr sz="1900" b="0">
                <a:solidFill>
                  <a:srgbClr val="C8CDD4"/>
                </a:solidFill>
                <a:latin typeface="Arial"/>
              </a:rPr>
              <a:t>- vesting math, splits, marketplace + fees, insurance, the full cross-chain stack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Proven onchain </a:t>
            </a:r>
            <a:r>
              <a:rPr sz="1900" b="0">
                <a:solidFill>
                  <a:srgbClr val="C8CDD4"/>
                </a:solidFill>
                <a:latin typeface="Arial"/>
              </a:rPr>
              <a:t>- funded from Avalanche, withdrawn to 5 EVM chains + Solana, a marketplace sale that paid the 0.5% take, treasury yield claimed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Onboarded by email </a:t>
            </a:r>
            <a:r>
              <a:rPr sz="1900" b="0">
                <a:solidFill>
                  <a:srgbClr val="C8CDD4"/>
                </a:solidFill>
                <a:latin typeface="Arial"/>
              </a:rPr>
              <a:t>- real OTP mail, real PIN, real wallet on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2D3EE"/>
                </a:solidFill>
                <a:latin typeface="Courier New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FAFAFA"/>
                </a:solidFill>
                <a:latin typeface="Arial"/>
              </a:rPr>
              <a:t>What the accelerator unlocks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Audit + mainnet </a:t>
            </a:r>
            <a:r>
              <a:rPr sz="1900" b="0">
                <a:solidFill>
                  <a:srgbClr val="C8CDD4"/>
                </a:solidFill>
                <a:latin typeface="Arial"/>
              </a:rPr>
              <a:t>- the engineering is production-grade; the contracts need eyes before real salaries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First pilot </a:t>
            </a:r>
            <a:r>
              <a:rPr sz="1900" b="0">
                <a:solidFill>
                  <a:srgbClr val="C8CDD4"/>
                </a:solidFill>
                <a:latin typeface="Arial"/>
              </a:rPr>
              <a:t>- a small remote team running actual payroll through Sluice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Solana funding </a:t>
            </a:r>
            <a:r>
              <a:rPr sz="1900" b="0">
                <a:solidFill>
                  <a:srgbClr val="C8CDD4"/>
                </a:solidFill>
                <a:latin typeface="Arial"/>
              </a:rPr>
              <a:t>- deposit_for_burn_with_hook is ready; payouts already cross the EVM/SVM boundary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22D3EE"/>
                </a:solidFill>
                <a:latin typeface="Arial"/>
              </a:rPr>
              <a:t>→  </a:t>
            </a:r>
            <a:r>
              <a:rPr sz="1900" b="1">
                <a:solidFill>
                  <a:srgbClr val="FAFAFA"/>
                </a:solidFill>
                <a:latin typeface="Arial"/>
              </a:rPr>
              <a:t>Fiat off-ramps &amp; org accounts </a:t>
            </a:r>
            <a:r>
              <a:rPr sz="1900" b="0">
                <a:solidFill>
                  <a:srgbClr val="C8CDD4"/>
                </a:solidFill>
                <a:latin typeface="Arial"/>
              </a:rPr>
              <a:t>- salary → bank account; role-based treasury policies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 b="1">
                <a:solidFill>
                  <a:srgbClr val="22D3EE"/>
                </a:solidFill>
                <a:latin typeface="Arial"/>
              </a:rPr>
              <a:t>Open the sluice.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>
                <a:solidFill>
                  <a:srgbClr val="8A929E"/>
                </a:solidFill>
                <a:latin typeface="Courier New"/>
              </a:rPr>
              <a:t>sluiceapp.xyz  ·  github.com/mrnetwork0001/Sluice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